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8"/>
    <p:restoredTop sz="94650"/>
  </p:normalViewPr>
  <p:slideViewPr>
    <p:cSldViewPr snapToGrid="0">
      <p:cViewPr varScale="1">
        <p:scale>
          <a:sx n="130" d="100"/>
          <a:sy n="130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A9D7C-313D-B9ED-B4D2-4490ADCADC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2C6DBE-D7BE-CB0F-4F01-7C16E822E4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B051D-2581-6260-4BC2-59F5E8434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5117C-11FE-600F-14A9-56794F370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B0273-ABE1-3CE3-D527-E6A77F0BD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42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765E6-9BB3-9239-0672-81306EA3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32D9E-9260-CF1F-6DB0-2E3E654F1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1A42C-DBCD-932F-D538-48D38A96E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C9CB6-F8C6-CE7C-862D-580000A49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EFEA6-7875-103F-E7DB-7F7D4772B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982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446DF-6988-469C-4997-153B09BA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DCA317-191F-140B-296B-F0F8C4E6E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DE1EF-51EC-E022-58B5-3D3327831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E3A85-E8BF-1BD3-567B-1BB88B8FB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54961A-257F-E80A-61AB-CE1C027F1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085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EB8D-3679-C7CE-94B3-DB086510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2589-71E4-8F8B-0110-1033E67078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AC281-BF01-B14D-795E-1B3CB259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68A2-0F73-75EE-31D7-AC471BA74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F43C16-CC52-B9D3-6D1D-F313A8995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2EEF00-A3AF-4902-AE0A-0A7B07C05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531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54E90-5E09-FF21-AC7E-7FC528F68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CF3BB-6AD6-603A-2EC1-7B19D76DDD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98736-F267-608A-7284-4F890956C5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636440-CDAE-FD4E-A6A4-98E4A1F586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74C38B-D2EE-936F-1140-F1327E210B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F1764-5E7F-19B8-376A-1D86DEECF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9A8F8F-47AB-9DA1-A940-8A9F8639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0911E3-D42B-62B0-1221-E15D35B60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61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783C7-F548-2FCB-1BEE-A13C6A6D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36D861-AEC3-EDCD-9DF3-63B64A4FE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FCDBBB-B1CF-E5F8-809A-726FEA78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5D130-F5F6-024C-CFEC-41C11480A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37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2EA423-C756-1799-97B5-9A1123B22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368057-E2B1-DA99-A164-93680183E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1045D-250D-E515-36C7-F02857307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39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001F1-5E8F-04DA-2977-A4B06ACCC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32E8E-A8CA-F083-5C4C-9BCCEF71B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309B99-2FF4-D393-9EFB-80FEEB12B4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07C24-E889-0A2B-CA47-71504A790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9F49DD-765F-5953-9B26-E0360D8A6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F5113F-7DCE-512E-91E3-65AEF3A6D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149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C0A7D-E366-D007-03BC-326B5355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C5524E-FA6A-AE75-6C85-4A4D019C38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520E55-E9A4-378C-6D80-85B6DC198F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D1B4A-D111-7DC7-CF60-2CD1A3A1E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B9CFC7-AC16-380A-31CC-7CA9A5D6E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751B1-D2A4-5D8D-5F26-09BEFBBF8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68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498DF-AF75-97B0-E329-E339B46C3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A904D-5790-BE5A-B2BD-A17E19A9FF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ED885-24C5-B5CC-0501-1ED3E4B39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A9E3F-09ED-D539-E18C-C4CD209F9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04B5C-231E-CCC2-7E57-8872D043C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83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D70C6-5FE7-DA98-1205-65C18EF651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9854B-8E5A-48F9-72E8-059B0F443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4A0F9-48E2-6ED0-EFF2-6E897F743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8893B-528D-0F00-54C4-EEA0099DA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9779-E0BB-DC3C-ECAB-272C15652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275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E59AF-5E90-0A25-7434-28641C564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C496C-8EDA-A162-2249-57C50283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E80A8-CB59-6B3A-4673-03EEA541FE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17FB66-66F9-BF46-97A3-FB400C3CFD44}" type="datetimeFigureOut"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98C1D-2111-5DE8-D509-D22E0C9E38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340E2-DE0A-A490-96B6-358327D42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F24396-0030-A94C-B3F8-D145EF4147F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72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53D8C-FA1C-EB88-5106-EA53F6F263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11-06-2026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40ECFA-75F0-4CDF-6B10-CECBE80ABA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ML project discussion</a:t>
            </a:r>
          </a:p>
        </p:txBody>
      </p:sp>
    </p:spTree>
    <p:extLst>
      <p:ext uri="{BB962C8B-B14F-4D97-AF65-F5344CB8AC3E}">
        <p14:creationId xmlns:p14="http://schemas.microsoft.com/office/powerpoint/2010/main" val="1626164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 descr="A graph of a number of encounters&#10;&#10;AI-generated content may be incorrect.">
            <a:extLst>
              <a:ext uri="{FF2B5EF4-FFF2-40B4-BE49-F238E27FC236}">
                <a16:creationId xmlns:a16="http://schemas.microsoft.com/office/drawing/2014/main" id="{55DCAF7D-310C-AD27-5EC9-EA1291A071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213" y="329334"/>
            <a:ext cx="5154374" cy="4351338"/>
          </a:xfrm>
        </p:spPr>
      </p:pic>
      <p:pic>
        <p:nvPicPr>
          <p:cNvPr id="13" name="Picture 12" descr="A graph of a number of encounters before first cvd event&#10;&#10;AI-generated content may be incorrect.">
            <a:extLst>
              <a:ext uri="{FF2B5EF4-FFF2-40B4-BE49-F238E27FC236}">
                <a16:creationId xmlns:a16="http://schemas.microsoft.com/office/drawing/2014/main" id="{238566CA-A378-A9B5-F3C8-7F05D4BEA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963" y="329334"/>
            <a:ext cx="5154374" cy="43513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BE6D745-6DE1-F395-5C76-452AAB7CC30A}"/>
              </a:ext>
            </a:extLst>
          </p:cNvPr>
          <p:cNvSpPr txBox="1"/>
          <p:nvPr/>
        </p:nvSpPr>
        <p:spPr>
          <a:xfrm>
            <a:off x="623213" y="5051338"/>
            <a:ext cx="50020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Mean: 50.64</a:t>
            </a:r>
          </a:p>
          <a:p>
            <a:r>
              <a:rPr lang="en-US"/>
              <a:t>Median: 27</a:t>
            </a:r>
          </a:p>
          <a:p>
            <a:r>
              <a:rPr lang="en-US"/>
              <a:t>Median</a:t>
            </a:r>
          </a:p>
          <a:p>
            <a:r>
              <a:rPr lang="en-US"/>
              <a:t>Min: 1</a:t>
            </a:r>
          </a:p>
          <a:p>
            <a:r>
              <a:rPr lang="en-US"/>
              <a:t>Max: 1594</a:t>
            </a:r>
          </a:p>
        </p:txBody>
      </p:sp>
    </p:spTree>
    <p:extLst>
      <p:ext uri="{BB962C8B-B14F-4D97-AF65-F5344CB8AC3E}">
        <p14:creationId xmlns:p14="http://schemas.microsoft.com/office/powerpoint/2010/main" val="168162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</Words>
  <Application>Microsoft Macintosh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11-06-2026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Kearney, Sophie K</dc:creator>
  <cp:lastModifiedBy>Kearney, Sophie K</cp:lastModifiedBy>
  <cp:revision>1</cp:revision>
  <dcterms:created xsi:type="dcterms:W3CDTF">2025-11-04T23:04:01Z</dcterms:created>
  <dcterms:modified xsi:type="dcterms:W3CDTF">2025-11-04T23:10:08Z</dcterms:modified>
</cp:coreProperties>
</file>